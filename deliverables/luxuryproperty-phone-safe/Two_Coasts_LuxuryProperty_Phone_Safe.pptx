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6858000" cy="121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1219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